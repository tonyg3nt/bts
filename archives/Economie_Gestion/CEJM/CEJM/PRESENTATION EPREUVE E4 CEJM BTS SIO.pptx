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5400" b="1" dirty="0" err="1">
                <a:latin typeface="Arial" panose="020B0604020202020204" pitchFamily="34" charset="0"/>
                <a:cs typeface="Arial" panose="020B0604020202020204" pitchFamily="34" charset="0"/>
              </a:rPr>
              <a:t>Épreuve</a:t>
            </a:r>
            <a:r>
              <a:rPr sz="5400" b="1" dirty="0">
                <a:latin typeface="Arial" panose="020B0604020202020204" pitchFamily="34" charset="0"/>
                <a:cs typeface="Arial" panose="020B0604020202020204" pitchFamily="34" charset="0"/>
              </a:rPr>
              <a:t> E4 - BTS SIO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Caractéristiques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l'épreuve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Coefficient : 3</a:t>
            </a: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Forme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crite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Durée : 4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heures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Modalité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preuve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ponctuelle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Epreuve éligible au rattrapage (2</a:t>
            </a:r>
            <a:r>
              <a:rPr lang="fr-FR" baseline="30000" dirty="0">
                <a:latin typeface="Arial" panose="020B0604020202020204" pitchFamily="34" charset="0"/>
                <a:cs typeface="Arial" panose="020B0604020202020204" pitchFamily="34" charset="0"/>
              </a:rPr>
              <a:t>ème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tour)</a:t>
            </a:r>
          </a:p>
          <a:p>
            <a:pPr marL="0" indent="0" algn="ctr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Epreuve orale 20 minutes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</p:spPr>
        <p:txBody>
          <a:bodyPr>
            <a:normAutofit fontScale="90000"/>
          </a:bodyPr>
          <a:lstStyle/>
          <a:p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Objectifs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compétences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évaluées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Analyser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des situations de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l’entreprise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Exploiter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base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documentaire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CEJM</a:t>
            </a: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Proposer des solutions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argumentées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Établir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un diagnostic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stratégique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Appliquer des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méthodologies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adaptées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Contenu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programme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b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6 thèmes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2039"/>
            <a:ext cx="8229600" cy="4194124"/>
          </a:xfrm>
        </p:spPr>
        <p:txBody>
          <a:bodyPr/>
          <a:lstStyle/>
          <a:p>
            <a:pPr marL="0" indent="0" algn="just">
              <a:buNone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Thème 1 :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Intégration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l’entreprise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dans son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environnement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Thème 2 :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Régulation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l’activité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économique</a:t>
            </a:r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Thème 3 :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Organisation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l’activité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l’entreprise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Thème 4 : 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Impact du numérique sur la vie de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l’entreprise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Thème 5 : 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Mutations du travail</a:t>
            </a:r>
          </a:p>
          <a:p>
            <a:pPr marL="0" indent="0" algn="just">
              <a:buNone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Thème 6 : 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Choix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stratégiques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l’entreprise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Recommandations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pour les </a:t>
            </a:r>
            <a:r>
              <a:rPr b="1" dirty="0" err="1">
                <a:latin typeface="Arial" panose="020B0604020202020204" pitchFamily="34" charset="0"/>
                <a:cs typeface="Arial" panose="020B0604020202020204" pitchFamily="34" charset="0"/>
              </a:rPr>
              <a:t>candidats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09019"/>
            <a:ext cx="8229600" cy="4017144"/>
          </a:xfrm>
        </p:spPr>
        <p:txBody>
          <a:bodyPr/>
          <a:lstStyle/>
          <a:p>
            <a:pPr algn="just"/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Maîtriser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référentiel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CEJM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 (6 thèmes)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entraîner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à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l'analyse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cas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pratiques</a:t>
            </a:r>
          </a:p>
          <a:p>
            <a:pPr algn="just"/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Développer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veille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informationnelle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sur l’actualité économique juridique et managériale du secteur de l’informatique 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Travailler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méthodologie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d’analyse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et de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résolution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S’exercer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à la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rédaction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 err="1">
                <a:latin typeface="Arial" panose="020B0604020202020204" pitchFamily="34" charset="0"/>
                <a:cs typeface="Arial" panose="020B0604020202020204" pitchFamily="34" charset="0"/>
              </a:rPr>
              <a:t>argumentée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7779F7F58BDC42A116CD036841F97D" ma:contentTypeVersion="10" ma:contentTypeDescription="Crée un document." ma:contentTypeScope="" ma:versionID="5cdfa86e3f8061da4690f8597d78df69">
  <xsd:schema xmlns:xsd="http://www.w3.org/2001/XMLSchema" xmlns:xs="http://www.w3.org/2001/XMLSchema" xmlns:p="http://schemas.microsoft.com/office/2006/metadata/properties" xmlns:ns2="91650a9d-3f4b-4afa-b39a-b2635bb027fc" xmlns:ns3="427eaa97-292c-4878-b230-c18f48eb43ab" targetNamespace="http://schemas.microsoft.com/office/2006/metadata/properties" ma:root="true" ma:fieldsID="c5039b776aa367229fc86e92abf504ec" ns2:_="" ns3:_="">
    <xsd:import namespace="91650a9d-3f4b-4afa-b39a-b2635bb027fc"/>
    <xsd:import namespace="427eaa97-292c-4878-b230-c18f48eb43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50a9d-3f4b-4afa-b39a-b2635bb027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2a615af2-9360-4f91-bf01-993a0f0e51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7eaa97-292c-4878-b230-c18f48eb43a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dd1a7e5-264d-4853-9935-1f57a5601a06}" ma:internalName="TaxCatchAll" ma:showField="CatchAllData" ma:web="427eaa97-292c-4878-b230-c18f48eb43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650a9d-3f4b-4afa-b39a-b2635bb027fc">
      <Terms xmlns="http://schemas.microsoft.com/office/infopath/2007/PartnerControls"/>
    </lcf76f155ced4ddcb4097134ff3c332f>
    <TaxCatchAll xmlns="427eaa97-292c-4878-b230-c18f48eb43ab" xsi:nil="true"/>
  </documentManagement>
</p:properties>
</file>

<file path=customXml/itemProps1.xml><?xml version="1.0" encoding="utf-8"?>
<ds:datastoreItem xmlns:ds="http://schemas.openxmlformats.org/officeDocument/2006/customXml" ds:itemID="{C1A45B4F-F2E9-4F3A-B2F3-6DA77E3D76F2}"/>
</file>

<file path=customXml/itemProps2.xml><?xml version="1.0" encoding="utf-8"?>
<ds:datastoreItem xmlns:ds="http://schemas.openxmlformats.org/officeDocument/2006/customXml" ds:itemID="{D66A58D7-64B2-4BCC-8BE3-8BC58F2DB98C}"/>
</file>

<file path=customXml/itemProps3.xml><?xml version="1.0" encoding="utf-8"?>
<ds:datastoreItem xmlns:ds="http://schemas.openxmlformats.org/officeDocument/2006/customXml" ds:itemID="{A2220AAB-1A4E-439D-9A21-7157081D4FA5}"/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173</Words>
  <Application>Microsoft Office PowerPoint</Application>
  <PresentationFormat>Affichage à l'écran (4:3)</PresentationFormat>
  <Paragraphs>29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Épreuve E4 - BTS SIO</vt:lpstr>
      <vt:lpstr>Caractéristiques de l'épreuve</vt:lpstr>
      <vt:lpstr>Objectifs et compétences évaluées</vt:lpstr>
      <vt:lpstr>Contenu et programme :  6 thèmes</vt:lpstr>
      <vt:lpstr>Recommandations pour les candidats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DELL</cp:lastModifiedBy>
  <cp:revision>2</cp:revision>
  <dcterms:created xsi:type="dcterms:W3CDTF">2013-01-27T09:14:16Z</dcterms:created>
  <dcterms:modified xsi:type="dcterms:W3CDTF">2025-08-18T08:19:42Z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0x010100AF7779F7F58BDC42A116CD036841F97D</vt:lpwstr>
  </property>
</Properties>
</file>